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228" y="-4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12026" y="2621944"/>
            <a:ext cx="6226065" cy="5043112"/>
          </a:xfrm>
          <a:custGeom>
            <a:avLst/>
            <a:gdLst/>
            <a:ahLst/>
            <a:cxnLst/>
            <a:rect l="l" t="t" r="r" b="b"/>
            <a:pathLst>
              <a:path w="6226065" h="5043112">
                <a:moveTo>
                  <a:pt x="0" y="0"/>
                </a:moveTo>
                <a:lnTo>
                  <a:pt x="6226065" y="0"/>
                </a:lnTo>
                <a:lnTo>
                  <a:pt x="6226065" y="5043112"/>
                </a:lnTo>
                <a:lnTo>
                  <a:pt x="0" y="50431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547642" y="1418117"/>
            <a:ext cx="8098659" cy="7450767"/>
          </a:xfrm>
          <a:custGeom>
            <a:avLst/>
            <a:gdLst/>
            <a:ahLst/>
            <a:cxnLst/>
            <a:rect l="l" t="t" r="r" b="b"/>
            <a:pathLst>
              <a:path w="8098659" h="7450767">
                <a:moveTo>
                  <a:pt x="0" y="0"/>
                </a:moveTo>
                <a:lnTo>
                  <a:pt x="8098659" y="0"/>
                </a:lnTo>
                <a:lnTo>
                  <a:pt x="8098659" y="7450766"/>
                </a:lnTo>
                <a:lnTo>
                  <a:pt x="0" y="74507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81173" y="1463560"/>
            <a:ext cx="13084230" cy="7359879"/>
          </a:xfrm>
          <a:custGeom>
            <a:avLst/>
            <a:gdLst/>
            <a:ahLst/>
            <a:cxnLst/>
            <a:rect l="l" t="t" r="r" b="b"/>
            <a:pathLst>
              <a:path w="13084230" h="7359879">
                <a:moveTo>
                  <a:pt x="0" y="0"/>
                </a:moveTo>
                <a:lnTo>
                  <a:pt x="13084231" y="0"/>
                </a:lnTo>
                <a:lnTo>
                  <a:pt x="13084231" y="7359880"/>
                </a:lnTo>
                <a:lnTo>
                  <a:pt x="0" y="73598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0168813" y="1595167"/>
            <a:ext cx="6377880" cy="7096665"/>
          </a:xfrm>
          <a:custGeom>
            <a:avLst/>
            <a:gdLst/>
            <a:ahLst/>
            <a:cxnLst/>
            <a:rect l="l" t="t" r="r" b="b"/>
            <a:pathLst>
              <a:path w="6377880" h="7096665">
                <a:moveTo>
                  <a:pt x="0" y="0"/>
                </a:moveTo>
                <a:lnTo>
                  <a:pt x="6377880" y="0"/>
                </a:lnTo>
                <a:lnTo>
                  <a:pt x="6377880" y="7096666"/>
                </a:lnTo>
                <a:lnTo>
                  <a:pt x="0" y="70966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99051E9F-641F-0308-08D3-EE01A511F6BC}"/>
              </a:ext>
            </a:extLst>
          </p:cNvPr>
          <p:cNvSpPr/>
          <p:nvPr/>
        </p:nvSpPr>
        <p:spPr>
          <a:xfrm>
            <a:off x="1978208" y="1595167"/>
            <a:ext cx="6377880" cy="7096665"/>
          </a:xfrm>
          <a:custGeom>
            <a:avLst/>
            <a:gdLst/>
            <a:ahLst/>
            <a:cxnLst/>
            <a:rect l="l" t="t" r="r" b="b"/>
            <a:pathLst>
              <a:path w="6377880" h="7096665">
                <a:moveTo>
                  <a:pt x="0" y="0"/>
                </a:moveTo>
                <a:lnTo>
                  <a:pt x="6377880" y="0"/>
                </a:lnTo>
                <a:lnTo>
                  <a:pt x="6377880" y="7096666"/>
                </a:lnTo>
                <a:lnTo>
                  <a:pt x="0" y="70966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898C60-3E2B-AFA6-4427-24BB1BE9D0DA}"/>
              </a:ext>
            </a:extLst>
          </p:cNvPr>
          <p:cNvSpPr txBox="1"/>
          <p:nvPr/>
        </p:nvSpPr>
        <p:spPr>
          <a:xfrm>
            <a:off x="5187201" y="1943100"/>
            <a:ext cx="152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Thumb</a:t>
            </a:r>
          </a:p>
          <a:p>
            <a:pPr algn="ctr"/>
            <a:r>
              <a:rPr lang="en-US" sz="2400" b="1" dirty="0">
                <a:solidFill>
                  <a:srgbClr val="00B050"/>
                </a:solidFill>
              </a:rPr>
              <a:t>Current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420058-98F4-BBAE-5B8B-2CA875ABF939}"/>
              </a:ext>
            </a:extLst>
          </p:cNvPr>
          <p:cNvSpPr txBox="1"/>
          <p:nvPr/>
        </p:nvSpPr>
        <p:spPr>
          <a:xfrm>
            <a:off x="1978208" y="4728000"/>
            <a:ext cx="2590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Curled Fingers</a:t>
            </a:r>
          </a:p>
          <a:p>
            <a:pPr algn="ctr"/>
            <a:r>
              <a:rPr lang="en-US" sz="2400" b="1" dirty="0">
                <a:solidFill>
                  <a:srgbClr val="00B050"/>
                </a:solidFill>
              </a:rPr>
              <a:t>Magnetic Field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62338" y="2400300"/>
            <a:ext cx="14363323" cy="5987710"/>
          </a:xfrm>
          <a:custGeom>
            <a:avLst/>
            <a:gdLst/>
            <a:ahLst/>
            <a:cxnLst/>
            <a:rect l="l" t="t" r="r" b="b"/>
            <a:pathLst>
              <a:path w="14363323" h="5987710">
                <a:moveTo>
                  <a:pt x="0" y="0"/>
                </a:moveTo>
                <a:lnTo>
                  <a:pt x="14363322" y="0"/>
                </a:lnTo>
                <a:lnTo>
                  <a:pt x="14363322" y="5987710"/>
                </a:lnTo>
                <a:lnTo>
                  <a:pt x="0" y="59877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E34D4F3-1725-5A9A-3929-9A157AFA14B9}"/>
              </a:ext>
            </a:extLst>
          </p:cNvPr>
          <p:cNvCxnSpPr>
            <a:cxnSpLocks/>
          </p:cNvCxnSpPr>
          <p:nvPr/>
        </p:nvCxnSpPr>
        <p:spPr>
          <a:xfrm flipH="1">
            <a:off x="12623829" y="5385477"/>
            <a:ext cx="1505343" cy="0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reeform 2"/>
          <p:cNvSpPr/>
          <p:nvPr/>
        </p:nvSpPr>
        <p:spPr>
          <a:xfrm>
            <a:off x="1028700" y="1917352"/>
            <a:ext cx="7494282" cy="6964325"/>
          </a:xfrm>
          <a:custGeom>
            <a:avLst/>
            <a:gdLst/>
            <a:ahLst/>
            <a:cxnLst/>
            <a:rect l="l" t="t" r="r" b="b"/>
            <a:pathLst>
              <a:path w="7494282" h="6964325">
                <a:moveTo>
                  <a:pt x="0" y="0"/>
                </a:moveTo>
                <a:lnTo>
                  <a:pt x="7494282" y="0"/>
                </a:lnTo>
                <a:lnTo>
                  <a:pt x="7494282" y="6964325"/>
                </a:lnTo>
                <a:lnTo>
                  <a:pt x="0" y="69643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765020" y="1947431"/>
            <a:ext cx="7494282" cy="6964325"/>
          </a:xfrm>
          <a:custGeom>
            <a:avLst/>
            <a:gdLst/>
            <a:ahLst/>
            <a:cxnLst/>
            <a:rect l="l" t="t" r="r" b="b"/>
            <a:pathLst>
              <a:path w="7494282" h="6964325">
                <a:moveTo>
                  <a:pt x="0" y="0"/>
                </a:moveTo>
                <a:lnTo>
                  <a:pt x="7494282" y="0"/>
                </a:lnTo>
                <a:lnTo>
                  <a:pt x="7494282" y="6964325"/>
                </a:lnTo>
                <a:lnTo>
                  <a:pt x="0" y="69643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822F66-9F08-E81C-8964-64114A176657}"/>
              </a:ext>
            </a:extLst>
          </p:cNvPr>
          <p:cNvSpPr txBox="1"/>
          <p:nvPr/>
        </p:nvSpPr>
        <p:spPr>
          <a:xfrm>
            <a:off x="13245461" y="5399514"/>
            <a:ext cx="5334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b="1" dirty="0"/>
              <a:t>A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6B845E7A-F066-B101-D36C-FEF20EABFC80}"/>
              </a:ext>
            </a:extLst>
          </p:cNvPr>
          <p:cNvSpPr/>
          <p:nvPr/>
        </p:nvSpPr>
        <p:spPr>
          <a:xfrm rot="10800000">
            <a:off x="14859000" y="3771900"/>
            <a:ext cx="228600" cy="228600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2C6FBA3-E7F5-E7D5-B9A1-78968AF45ECC}"/>
              </a:ext>
            </a:extLst>
          </p:cNvPr>
          <p:cNvSpPr/>
          <p:nvPr/>
        </p:nvSpPr>
        <p:spPr>
          <a:xfrm>
            <a:off x="13716000" y="3437854"/>
            <a:ext cx="228600" cy="228600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38200" y="1943100"/>
            <a:ext cx="8579373" cy="6699325"/>
          </a:xfrm>
          <a:custGeom>
            <a:avLst/>
            <a:gdLst/>
            <a:ahLst/>
            <a:cxnLst/>
            <a:rect l="l" t="t" r="r" b="b"/>
            <a:pathLst>
              <a:path w="8579373" h="6699325">
                <a:moveTo>
                  <a:pt x="0" y="0"/>
                </a:moveTo>
                <a:lnTo>
                  <a:pt x="8579374" y="0"/>
                </a:lnTo>
                <a:lnTo>
                  <a:pt x="8579374" y="6699326"/>
                </a:lnTo>
                <a:lnTo>
                  <a:pt x="0" y="66993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D86239D-F2BA-9939-FD62-1D0A649B7214}"/>
              </a:ext>
            </a:extLst>
          </p:cNvPr>
          <p:cNvCxnSpPr>
            <a:cxnSpLocks/>
          </p:cNvCxnSpPr>
          <p:nvPr/>
        </p:nvCxnSpPr>
        <p:spPr>
          <a:xfrm>
            <a:off x="15165377" y="6921193"/>
            <a:ext cx="914401" cy="1027399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43CA7B1-0308-D46B-7DC4-6CE61573A5F3}"/>
              </a:ext>
            </a:extLst>
          </p:cNvPr>
          <p:cNvCxnSpPr>
            <a:cxnSpLocks/>
          </p:cNvCxnSpPr>
          <p:nvPr/>
        </p:nvCxnSpPr>
        <p:spPr>
          <a:xfrm>
            <a:off x="16333778" y="4883562"/>
            <a:ext cx="1270000" cy="0"/>
          </a:xfrm>
          <a:prstGeom prst="straightConnector1">
            <a:avLst/>
          </a:prstGeom>
          <a:ln w="762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reeform 2">
            <a:extLst>
              <a:ext uri="{FF2B5EF4-FFF2-40B4-BE49-F238E27FC236}">
                <a16:creationId xmlns:a16="http://schemas.microsoft.com/office/drawing/2014/main" id="{F0551D67-C0E1-187C-9FA8-C24E8E0AD1CC}"/>
              </a:ext>
            </a:extLst>
          </p:cNvPr>
          <p:cNvSpPr/>
          <p:nvPr/>
        </p:nvSpPr>
        <p:spPr>
          <a:xfrm>
            <a:off x="9732690" y="1793837"/>
            <a:ext cx="8579373" cy="6699325"/>
          </a:xfrm>
          <a:custGeom>
            <a:avLst/>
            <a:gdLst/>
            <a:ahLst/>
            <a:cxnLst/>
            <a:rect l="l" t="t" r="r" b="b"/>
            <a:pathLst>
              <a:path w="8579373" h="6699325">
                <a:moveTo>
                  <a:pt x="0" y="0"/>
                </a:moveTo>
                <a:lnTo>
                  <a:pt x="8579374" y="0"/>
                </a:lnTo>
                <a:lnTo>
                  <a:pt x="8579374" y="6699325"/>
                </a:lnTo>
                <a:lnTo>
                  <a:pt x="0" y="66993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9EB5CE-94A2-4D14-FB10-F92F77BFA415}"/>
              </a:ext>
            </a:extLst>
          </p:cNvPr>
          <p:cNvSpPr txBox="1"/>
          <p:nvPr/>
        </p:nvSpPr>
        <p:spPr>
          <a:xfrm>
            <a:off x="13006377" y="2380630"/>
            <a:ext cx="863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Force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E47DA8-D128-8100-609E-1DDD7F99A058}"/>
              </a:ext>
            </a:extLst>
          </p:cNvPr>
          <p:cNvSpPr txBox="1"/>
          <p:nvPr/>
        </p:nvSpPr>
        <p:spPr>
          <a:xfrm>
            <a:off x="16079778" y="4908093"/>
            <a:ext cx="1676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Magnetic </a:t>
            </a:r>
          </a:p>
          <a:p>
            <a:pPr algn="ctr"/>
            <a:r>
              <a:rPr lang="en-US" sz="2000" b="1" dirty="0"/>
              <a:t>Field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E61685-A2E4-C858-19C3-532F825142A6}"/>
              </a:ext>
            </a:extLst>
          </p:cNvPr>
          <p:cNvSpPr txBox="1"/>
          <p:nvPr/>
        </p:nvSpPr>
        <p:spPr>
          <a:xfrm>
            <a:off x="15647978" y="6678609"/>
            <a:ext cx="1371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Current (or) Charge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7E607C9-F2A9-E18A-D17B-0E3C028CBDC4}"/>
              </a:ext>
            </a:extLst>
          </p:cNvPr>
          <p:cNvCxnSpPr>
            <a:cxnSpLocks/>
          </p:cNvCxnSpPr>
          <p:nvPr/>
        </p:nvCxnSpPr>
        <p:spPr>
          <a:xfrm flipV="1">
            <a:off x="12955577" y="2064162"/>
            <a:ext cx="0" cy="6858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15</Words>
  <Application>Microsoft Office PowerPoint</Application>
  <PresentationFormat>Custom</PresentationFormat>
  <Paragraphs>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SUDARSHAN</dc:creator>
  <cp:lastModifiedBy>Sudarshan Reddy</cp:lastModifiedBy>
  <cp:revision>2</cp:revision>
  <dcterms:created xsi:type="dcterms:W3CDTF">2006-08-16T00:00:00Z</dcterms:created>
  <dcterms:modified xsi:type="dcterms:W3CDTF">2026-10-01T12:30:32Z</dcterms:modified>
  <dc:identifier>DAHWqgtxgpg</dc:identifier>
</cp:coreProperties>
</file>